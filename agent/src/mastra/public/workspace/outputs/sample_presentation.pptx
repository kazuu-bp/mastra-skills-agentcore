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Master" Target="slideMasters/slideMaster1.xml"/>
<Relationship Id="rId5" Type="http://schemas.openxmlformats.org/officeDocument/2006/relationships/slideLayout" Target="slideLayouts/slideLayout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</p:sldLayout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</p:sldMaster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/>
          <p:nvPr/>
        </p:nvSpPr>
        <p:spPr>
          <a:xfrm>
            <a:off x="457200" y="1371600"/>
            <a:ext cx="8229600" cy="1143000"/>
          </a:xfrm>
        </p:spPr>
        <p:txBody>
          <a:bodyPr/>
          <a:lstStyle/>
          <a:p>
            <a:r>
              <a:rPr lang="ja-JP" sz="5400"/>
              <a:t>サンプルプレゼンテーション</a:t>
            </a:r>
          </a:p>
        </p:txBody>
      </p:sp>
      <p:sp>
        <p:nvSpPr>
          <p:cNvPr id="3" name="Subtitle 2"/>
          <p:cNvSpPr/>
          <p:nvPr/>
        </p:nvSpPr>
        <p:spPr>
          <a:xfrm>
            <a:off x="457200" y="3086400"/>
            <a:ext cx="8229600" cy="1143000"/>
          </a:xfrm>
        </p:spPr>
        <p:txBody>
          <a:bodyPr/>
          <a:lstStyle/>
          <a:p>
            <a:r>
              <a:rPr lang="ja-JP" sz="3200"/>
              <a:t>Python-pptxで作成</a:t>
            </a:r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/>
          <p:nvPr/>
        </p:nvSpPr>
        <p:spPr>
          <a:xfrm>
            <a:off x="457200" y="274638"/>
            <a:ext cx="8229600" cy="914400"/>
          </a:xfrm>
        </p:spPr>
        <p:txBody>
          <a:bodyPr/>
          <a:lstStyle/>
          <a:p>
            <a:r>
              <a:rPr lang="ja-JP" sz="4400"/>
              <a:t>スライド2: 主な特徴</a:t>
            </a:r>
          </a:p>
        </p:txBody>
      </p:sp>
      <p:sp>
        <p:nvSpPr>
          <p:cNvPr id="3" name="Content 2"/>
          <p:cNvSpPr/>
          <p:nvPr/>
        </p:nvSpPr>
        <p:spPr>
          <a:xfrm>
            <a:off x="457200" y="1371600"/>
            <a:ext cx="8229600" cy="4914000"/>
          </a:xfrm>
        </p:spPr>
        <p:txBody>
          <a:bodyPr/>
          <a:lstStyle/>
          <a:p>
            <a:pPr lvl="0"/>
            <a:r>
              <a:rPr lang="ja-JP" sz="2800"/>
              <a:t>• 簡単に作成できます</a:t>
            </a:r>
          </a:p>
          <a:p>
            <a:pPr lvl="0"/>
            <a:r>
              <a:rPr lang="ja-JP" sz="2800"/>
              <a:t>• テキストを追加できます</a:t>
            </a:r>
          </a:p>
          <a:p>
            <a:pPr lvl="0"/>
            <a:r>
              <a:rPr lang="ja-JP" sz="2800"/>
              <a:t>• 複数のスライドに対応</a:t>
            </a:r>
          </a:p>
        </p:txBody>
      </p:sp>
    </p:spTree>
  </p:cSld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Title 1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 1"/>
          <p:cNvSpPr/>
          <p:nvPr/>
        </p:nvSpPr>
        <p:spPr>
          <a:xfrm>
            <a:off x="457200" y="2743200"/>
            <a:ext cx="8229600" cy="1371600"/>
          </a:xfrm>
        </p:spPr>
        <p:txBody>
          <a:bodyPr/>
          <a:lstStyle/>
          <a:p>
            <a:r>
              <a:rPr lang="ja-JP" sz="5400"/>
              <a:t>ご清聴ありがとうございました</a:t>
            </a:r>
          </a:p>
        </p:txBody>
      </p:sp>
    </p:spTree>
  </p:cSld>
</p:sld>
</file>

<file path=docProps/core.xml><?xml version="1.0" encoding="utf-8"?>
<cp:coreProperties xmlns:cp="http://schemas.openxmlformats.org/officeDocument/2006/metadata/core-properties" xmlns:dc="http://purl.org/dc/elements/1.1/" xmlns:dcterms="http://purl.org/dc/terms/" xmlns:dcmitype="http://purl.org/dc/dcmitype/" xmlns:xsi="http://www.w3.org/2001/XMLSchema-instance">
  <dc:title>サンプルプレゼンテーション</dc:title>
  <dc:creator>AI Assistant</dc:creator>
  <cp:lastModifiedBy>AI Assistant</cp:lastModifiedBy>
</cp:coreProperties>
</file>